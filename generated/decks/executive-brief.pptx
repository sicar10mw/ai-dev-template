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02020"/>
                </a:solidFill>
              </a:rPr>
              <a:t>Generated from repository source.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Human-governed AI-assisted delivery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Deterministic gates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Generated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Least privilege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Sensitive-data controls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No autonomous release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Review backlog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Run make check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202020"/>
                </a:solidFill>
              </a:rPr>
              <a:t>- Publish governed outputs through M365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