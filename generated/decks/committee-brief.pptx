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Committee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02020"/>
                </a:solidFill>
              </a:rPr>
              <a:t>Generated from repository source.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Governance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AI-building SDLC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AI-usage reference implementation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Corporate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Control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AIBOM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Threat model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Human approval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Audit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Playbook to weapon to gate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Independent review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Generated artifacts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